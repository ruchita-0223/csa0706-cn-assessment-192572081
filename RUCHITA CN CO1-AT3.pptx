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13"/>
  </p:notesMasterIdLst>
  <p:sldIdLst>
    <p:sldId id="256" r:id="rId2"/>
    <p:sldId id="258" r:id="rId3"/>
    <p:sldId id="259" r:id="rId4"/>
    <p:sldId id="260" r:id="rId5"/>
    <p:sldId id="261" r:id="rId6"/>
    <p:sldId id="269" r:id="rId7"/>
    <p:sldId id="262" r:id="rId8"/>
    <p:sldId id="263" r:id="rId9"/>
    <p:sldId id="265" r:id="rId10"/>
    <p:sldId id="266" r:id="rId11"/>
    <p:sldId id="268" r:id="rId12"/>
  </p:sldIdLst>
  <p:sldSz cx="12192000" cy="6858000"/>
  <p:notesSz cx="6858000" cy="12192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7" d="100"/>
          <a:sy n="67" d="100"/>
        </p:scale>
        <p:origin x="62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46284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362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5134561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3002425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8913010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529754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1643042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9098765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2210916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6277101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  <a:pPr/>
              <a:t>7/19/2026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0665673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8212544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0032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849588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7/19/2026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2453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3D6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4"/>
          <p:cNvSpPr/>
          <p:nvPr/>
        </p:nvSpPr>
        <p:spPr>
          <a:xfrm>
            <a:off x="621791" y="2468880"/>
            <a:ext cx="10322433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Artificial Intelligence for</a:t>
            </a:r>
            <a:r>
              <a:rPr lang="en-US" sz="4000" dirty="0"/>
              <a:t> </a:t>
            </a: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 Traffic Management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706755" y="4897755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Presented by  </a:t>
            </a:r>
          </a:p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RUCHITA.S (192572081)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D0485BD-A8A9-FFB9-21B6-9105DB4534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924" y="203073"/>
            <a:ext cx="11363570" cy="135140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05964B9-D675-F9D2-500F-1AAE7426C4EE}"/>
              </a:ext>
            </a:extLst>
          </p:cNvPr>
          <p:cNvSpPr txBox="1"/>
          <p:nvPr/>
        </p:nvSpPr>
        <p:spPr>
          <a:xfrm>
            <a:off x="7330784" y="5017740"/>
            <a:ext cx="43717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CSA0706-COMPUTER NETWORKS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F7A6E8-9727-A7DC-E25D-3921FDBFF18E}"/>
              </a:ext>
            </a:extLst>
          </p:cNvPr>
          <p:cNvSpPr txBox="1"/>
          <p:nvPr/>
        </p:nvSpPr>
        <p:spPr>
          <a:xfrm flipH="1">
            <a:off x="1366786" y="1780674"/>
            <a:ext cx="1007765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CO1-ASSESSMENT TOOL-3 (TECHNICAL PRESENTATION) </a:t>
            </a:r>
            <a:endParaRPr lang="en-IN" sz="30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0045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</a:rPr>
              <a:t>INTRODUCTION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5212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endParaRPr lang="en-US" sz="1450" dirty="0"/>
          </a:p>
        </p:txBody>
      </p:sp>
      <p:pic>
        <p:nvPicPr>
          <p:cNvPr id="7" name="Image 0" descr="/home/claude/ppt/icons/cpu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1988" y="1723644"/>
            <a:ext cx="320040" cy="320040"/>
          </a:xfrm>
          <a:prstGeom prst="rect">
            <a:avLst/>
          </a:pr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443598C3-0638-BDDF-A1A6-11E007C4AB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00" y="1019250"/>
            <a:ext cx="11285220" cy="44689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Network traffic refers to the movement of data between computers, servers, and other network devices.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rapid growth of the Internet, cloud computing, IoT, and 5G has significantly increased network traffic. 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Traditional traffic management techniques are unable to efficiently handle dynamic and unpredictable traffic patterns.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 (AI) provides intelligent solutions by analyzing network data and making real-time decisions.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AI improves network performance by reducing congestion and optimizing the use of available resources.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AI-based traffic management enables networks to become more reliable, efficient, and self-adaptive.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 TRAFFIC MANAEGMENT</a:t>
            </a:r>
            <a:endParaRPr lang="en-US" sz="2800" dirty="0"/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533C447B-541E-9324-BBEF-0C8FB89977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9575" y="1022719"/>
            <a:ext cx="9982200" cy="41458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Network traffic management is the process of monitoring, controlling, and optimizing the flow of data across a network.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ensures that network resources are efficiently utilized without causing congestion.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Traffic management helps maintain high network performance even during peak usage periods.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prioritizes important applications such as video conferencing and online banking.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reduces packet loss and minimizes communication delays.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also improves bandwidth utilization and maintains Quality of Service (QoS).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553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NEED FOR AI IN NETWORK TRAFFIC MANAGEMENT</a:t>
            </a:r>
            <a:endParaRPr lang="en-US" sz="3000" dirty="0"/>
          </a:p>
        </p:txBody>
      </p:sp>
      <p:sp>
        <p:nvSpPr>
          <p:cNvPr id="29" name="Rectangle 1">
            <a:extLst>
              <a:ext uri="{FF2B5EF4-FFF2-40B4-BE49-F238E27FC236}">
                <a16:creationId xmlns:a16="http://schemas.microsoft.com/office/drawing/2014/main" id="{5E817142-2788-51E6-D171-C604657C01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7615" y="963677"/>
            <a:ext cx="7204760" cy="49306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AI continuously monitors network performance and automatically detects traffic congestion.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Modern networks generate huge volumes of traffic that are difficult to manage manually.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Traditional traffic management systems rely on fixed rules that cannot adapt to changing network conditions.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AI predicts future network traffic before congestion actually occurs.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AI minimizes human intervention by making intelligent decisions in real time.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DCD6E72-0392-9980-5AD2-29465169AA4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416"/>
          <a:stretch/>
        </p:blipFill>
        <p:spPr>
          <a:xfrm>
            <a:off x="7737129" y="1834515"/>
            <a:ext cx="4087256" cy="29565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1505" y="5029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WORKING OF AI-BASED TRAFFIC MANAGEMENT</a:t>
            </a:r>
            <a:endParaRPr lang="en-US" sz="3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5D9646E-80A6-E850-A84E-839483619AD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599" t="7156" r="9934"/>
          <a:stretch/>
        </p:blipFill>
        <p:spPr>
          <a:xfrm>
            <a:off x="3049905" y="1352549"/>
            <a:ext cx="5084989" cy="458152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5805" y="7772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TECHNIQUES USED</a:t>
            </a:r>
            <a:endParaRPr lang="en-US" sz="3000" dirty="0"/>
          </a:p>
        </p:txBody>
      </p:sp>
      <p:sp>
        <p:nvSpPr>
          <p:cNvPr id="23" name="Rectangle 1">
            <a:extLst>
              <a:ext uri="{FF2B5EF4-FFF2-40B4-BE49-F238E27FC236}">
                <a16:creationId xmlns:a16="http://schemas.microsoft.com/office/drawing/2014/main" id="{BB239A5E-3A79-C5E7-57A8-414C631204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558" y="1484725"/>
            <a:ext cx="9567043" cy="35456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predicts network traffic using historical data.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identifies complex traffic patterns and detects anomalies.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Reinforcement Learning learns the best routing strategies through continuous feedback.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Neural Networks improve traffic forecasting by analyzing large datasets.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Fuzzy Logic helps make decisions when network conditions are uncertain.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Genetic Algorithms optimize routing paths to improve network performance.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These AI techniques work together to provide intelligent traffic management. </a:t>
            </a:r>
          </a:p>
        </p:txBody>
      </p:sp>
    </p:spTree>
    <p:extLst>
      <p:ext uri="{BB962C8B-B14F-4D97-AF65-F5344CB8AC3E}">
        <p14:creationId xmlns:p14="http://schemas.microsoft.com/office/powerpoint/2010/main" val="18470866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</a:rPr>
              <a:t>APPLICATIONS</a:t>
            </a:r>
            <a:endParaRPr lang="en-US" sz="2800" dirty="0"/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0C6A8DEC-DAD9-A2EA-E694-9B269B43AB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978" y="871873"/>
            <a:ext cx="7684771" cy="49306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AI is widely used in 5G networks to manage high-speed communication efficiently.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Cloud service providers use AI to balance workloads across multiple servers.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centers rely on AI to optimize resource utilization and reduce energy consumption.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AI helps IoT networks manage communication between millions of connected devices.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Smart cities use AI to support intelligent transportation and surveillance systems.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5036E77-2A96-6E16-B05A-E818F32803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6749" y="1420513"/>
            <a:ext cx="3833297" cy="351559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8">
            <a:extLst>
              <a:ext uri="{FF2B5EF4-FFF2-40B4-BE49-F238E27FC236}">
                <a16:creationId xmlns:a16="http://schemas.microsoft.com/office/drawing/2014/main" id="{23CB895A-CDB2-25D0-E271-F60015125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2671" y="1083821"/>
            <a:ext cx="9607661" cy="1056319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Cambria" panose="02040503050406030204" pitchFamily="18" charset="0"/>
                <a:ea typeface="Cambria" panose="02040503050406030204" pitchFamily="18" charset="0"/>
              </a:rPr>
              <a:t>ADVANTAGES AND CHALLENGES</a:t>
            </a:r>
            <a:endParaRPr lang="en-IN" sz="28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A9254C55-EF35-7BD4-3DEB-7216EB150E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47191" y="1901915"/>
            <a:ext cx="4458309" cy="631735"/>
          </a:xfrm>
        </p:spPr>
        <p:txBody>
          <a:bodyPr/>
          <a:lstStyle/>
          <a:p>
            <a:r>
              <a:rPr lang="en-US" dirty="0"/>
              <a:t>ADVANTAGES</a:t>
            </a:r>
            <a:endParaRPr lang="en-IN" dirty="0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3447D38F-34F3-C643-0F40-1BC49DCD4A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93337" y="1901914"/>
            <a:ext cx="4645152" cy="631735"/>
          </a:xfrm>
        </p:spPr>
        <p:txBody>
          <a:bodyPr/>
          <a:lstStyle/>
          <a:p>
            <a:r>
              <a:rPr lang="en-US" dirty="0"/>
              <a:t>CHALLENGES</a:t>
            </a:r>
            <a:endParaRPr lang="en-IN" dirty="0"/>
          </a:p>
        </p:txBody>
      </p:sp>
      <p:sp>
        <p:nvSpPr>
          <p:cNvPr id="23" name="Content Placeholder 22">
            <a:extLst>
              <a:ext uri="{FF2B5EF4-FFF2-40B4-BE49-F238E27FC236}">
                <a16:creationId xmlns:a16="http://schemas.microsoft.com/office/drawing/2014/main" id="{5F382027-EBDD-42CF-FFCF-74D1A22AC4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12362" y="2823582"/>
            <a:ext cx="4645152" cy="2637371"/>
          </a:xfrm>
        </p:spPr>
        <p:txBody>
          <a:bodyPr>
            <a:normAutofit fontScale="25000" lnSpcReduction="20000"/>
          </a:bodyPr>
          <a:lstStyle/>
          <a:p>
            <a:pPr>
              <a:buClr>
                <a:schemeClr val="tx1"/>
              </a:buClr>
            </a:pP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 amount of training data required </a:t>
            </a:r>
          </a:p>
          <a:p>
            <a:pPr>
              <a:buClr>
                <a:schemeClr val="tx1"/>
              </a:buClr>
            </a:pP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implementation cost </a:t>
            </a:r>
          </a:p>
          <a:p>
            <a:pPr>
              <a:buClr>
                <a:schemeClr val="tx1"/>
              </a:buClr>
            </a:pP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Privacy concerns </a:t>
            </a:r>
          </a:p>
          <a:p>
            <a:pPr>
              <a:buClr>
                <a:schemeClr val="tx1"/>
              </a:buClr>
            </a:pP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Cybersecurity risks </a:t>
            </a:r>
          </a:p>
          <a:p>
            <a:pPr>
              <a:buClr>
                <a:schemeClr val="tx1"/>
              </a:buClr>
            </a:pP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accuracy </a:t>
            </a:r>
          </a:p>
          <a:p>
            <a:pPr>
              <a:buClr>
                <a:schemeClr val="tx1"/>
              </a:buClr>
            </a:pP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Computational complexity </a:t>
            </a:r>
          </a:p>
          <a:p>
            <a:pPr>
              <a:buClr>
                <a:schemeClr val="tx1"/>
              </a:buClr>
            </a:pP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with legacy networks 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24" name="Rectangle 1">
            <a:extLst>
              <a:ext uri="{FF2B5EF4-FFF2-40B4-BE49-F238E27FC236}">
                <a16:creationId xmlns:a16="http://schemas.microsoft.com/office/drawing/2014/main" id="{E70F5B39-D2B9-A22B-4CC2-3994DB129845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1342416" y="2243630"/>
            <a:ext cx="3454792" cy="35456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Real-time traffic monitoring 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Reduced network congestion 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Better bandwidth utilization 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Lower latency 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Improved Quality of Service 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Automatic fault detection 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Increased security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7023" y="7772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</a:rPr>
              <a:t>FUTURE SCOPE</a:t>
            </a:r>
            <a:endParaRPr lang="en-US" sz="3000" dirty="0"/>
          </a:p>
        </p:txBody>
      </p:sp>
      <p:sp>
        <p:nvSpPr>
          <p:cNvPr id="21" name="Rectangle 1">
            <a:extLst>
              <a:ext uri="{FF2B5EF4-FFF2-40B4-BE49-F238E27FC236}">
                <a16:creationId xmlns:a16="http://schemas.microsoft.com/office/drawing/2014/main" id="{F3C7D491-E1C9-D991-8227-126DC2C382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2939" y="1194510"/>
            <a:ext cx="7477827" cy="44689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Future 6G communication systems will depend heavily on AI for intelligent traffic management.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Edge AI will reduce network delays by processing data closer to users.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AI will improve cybersecurity through advanced threat prediction and prevention.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AI will help reduce energy consumption by optimizing network resources.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Future networks will become faster, more secure, and highly efficient through AI-driven automation.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CA70AE6-7682-CDCF-9936-20B901BE2E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6016" y="2075288"/>
            <a:ext cx="4028364" cy="270742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20" name="Rectangle 1">
            <a:extLst>
              <a:ext uri="{FF2B5EF4-FFF2-40B4-BE49-F238E27FC236}">
                <a16:creationId xmlns:a16="http://schemas.microsoft.com/office/drawing/2014/main" id="{3995FF22-0473-F846-665A-4820538822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515" y="1191930"/>
            <a:ext cx="10857296" cy="4007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 has transformed the way modern networks are managed.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AI enables networks to analyze traffic, predict congestion, and optimize routing automatically.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improves bandwidth utilization, reduces delays, and enhances Quality of Service.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AI also strengthens network security by detecting abnormal traffic and preventing attacks.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AI-based network traffic management is becoming an essential technology for future communication networks.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As networking technologies continue to grow, AI will play a vital role in building intelligent and reliable digital infrastructures.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3D6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2266749" y="2543476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6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108</TotalTime>
  <Words>636</Words>
  <Application>Microsoft Office PowerPoint</Application>
  <PresentationFormat>Widescreen</PresentationFormat>
  <Paragraphs>90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Cambria</vt:lpstr>
      <vt:lpstr>Gill Sans MT</vt:lpstr>
      <vt:lpstr>Times New Roman</vt:lpstr>
      <vt:lpstr>Gallery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ADVANTAGES AND CHALLENGES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RUCHITA</cp:lastModifiedBy>
  <cp:revision>5</cp:revision>
  <dcterms:created xsi:type="dcterms:W3CDTF">2026-07-16T05:29:11Z</dcterms:created>
  <dcterms:modified xsi:type="dcterms:W3CDTF">2026-07-19T13:27:25Z</dcterms:modified>
</cp:coreProperties>
</file>